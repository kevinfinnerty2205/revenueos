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03c6405e841e4" /><Relationship Type="http://schemas.openxmlformats.org/officeDocument/2006/relationships/extended-properties" Target="/docProps/app.xml" Id="R1290c017b081427d" /><Relationship Type="http://schemas.openxmlformats.org/officeDocument/2006/relationships/officeDocument" Target="/ppt/presentation.xml" Id="Rc7184c712d7547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b760d1ce242b1"/>
  </p:sldMasterIdLst>
  <p:notesMasterIdLst>
    <p:notesMasterId xmlns:r="http://schemas.openxmlformats.org/officeDocument/2006/relationships" r:id="Rdd05683e113e42c4"/>
  </p:notesMasterIdLst>
  <p:sldIdLst>
    <p:sldId xmlns:r="http://schemas.openxmlformats.org/officeDocument/2006/relationships" id="256" r:id="Re575dc3c21c64bce"/>
    <p:sldId xmlns:r="http://schemas.openxmlformats.org/officeDocument/2006/relationships" id="257" r:id="Rc6e250b315934666"/>
    <p:sldId xmlns:r="http://schemas.openxmlformats.org/officeDocument/2006/relationships" id="258" r:id="R309607d129c14a47"/>
    <p:sldId xmlns:r="http://schemas.openxmlformats.org/officeDocument/2006/relationships" id="259" r:id="R1399bb6bd3f941fd"/>
    <p:sldId xmlns:r="http://schemas.openxmlformats.org/officeDocument/2006/relationships" id="260" r:id="R2e2575e0a5314e80"/>
    <p:sldId xmlns:r="http://schemas.openxmlformats.org/officeDocument/2006/relationships" id="261" r:id="Rf7786991daac45b4"/>
    <p:sldId xmlns:r="http://schemas.openxmlformats.org/officeDocument/2006/relationships" id="262" r:id="R2b34e0d25b2742e2"/>
    <p:sldId xmlns:r="http://schemas.openxmlformats.org/officeDocument/2006/relationships" id="263" r:id="Rb19c7dd9b0814183"/>
    <p:sldId xmlns:r="http://schemas.openxmlformats.org/officeDocument/2006/relationships" id="264" r:id="Rdf63304c005a46b2"/>
    <p:sldId xmlns:r="http://schemas.openxmlformats.org/officeDocument/2006/relationships" id="265" r:id="Rafd7f6630aaf42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93908df2124382" /><Relationship Type="http://schemas.openxmlformats.org/officeDocument/2006/relationships/slideMaster" Target="/ppt/slideMasters/slideMaster1.xml" Id="R227b760d1ce242b1" /><Relationship Type="http://schemas.openxmlformats.org/officeDocument/2006/relationships/notesMaster" Target="/ppt/notesMasters/notesMaster1.xml" Id="Rdd05683e113e42c4" /><Relationship Type="http://schemas.openxmlformats.org/officeDocument/2006/relationships/presProps" Target="/ppt/presProps.xml" Id="Ra639b172d5d347fd" /><Relationship Type="http://schemas.openxmlformats.org/officeDocument/2006/relationships/tableStyles" Target="/ppt/tableStyles.xml" Id="Ra1686bc77fe546c4" /><Relationship Type="http://schemas.openxmlformats.org/officeDocument/2006/relationships/slide" Target="/ppt/slides/slide1.xml" Id="Re575dc3c21c64bce" /><Relationship Type="http://schemas.openxmlformats.org/officeDocument/2006/relationships/slide" Target="/ppt/slides/slide2.xml" Id="Rc6e250b315934666" /><Relationship Type="http://schemas.openxmlformats.org/officeDocument/2006/relationships/slide" Target="/ppt/slides/slide3.xml" Id="R309607d129c14a47" /><Relationship Type="http://schemas.openxmlformats.org/officeDocument/2006/relationships/slide" Target="/ppt/slides/slide4.xml" Id="R1399bb6bd3f941fd" /><Relationship Type="http://schemas.openxmlformats.org/officeDocument/2006/relationships/slide" Target="/ppt/slides/slide5.xml" Id="R2e2575e0a5314e80" /><Relationship Type="http://schemas.openxmlformats.org/officeDocument/2006/relationships/slide" Target="/ppt/slides/slide6.xml" Id="Rf7786991daac45b4" /><Relationship Type="http://schemas.openxmlformats.org/officeDocument/2006/relationships/slide" Target="/ppt/slides/slide7.xml" Id="R2b34e0d25b2742e2" /><Relationship Type="http://schemas.openxmlformats.org/officeDocument/2006/relationships/slide" Target="/ppt/slides/slide8.xml" Id="Rb19c7dd9b0814183" /><Relationship Type="http://schemas.openxmlformats.org/officeDocument/2006/relationships/slide" Target="/ppt/slides/slide9.xml" Id="Rdf63304c005a46b2" /><Relationship Type="http://schemas.openxmlformats.org/officeDocument/2006/relationships/slide" Target="/ppt/slides/slide10.xml" Id="Rafd7f6630aaf42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9253f3004249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c743ca295c4406" /><Relationship Type="http://schemas.openxmlformats.org/officeDocument/2006/relationships/notesMaster" Target="/ppt/notesMasters/notesMaster1.xml" Id="Rf2f24bf17df049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29adfab8014573" /><Relationship Type="http://schemas.openxmlformats.org/officeDocument/2006/relationships/notesMaster" Target="/ppt/notesMasters/notesMaster1.xml" Id="R113069448d6b47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c0255425304bf5" /><Relationship Type="http://schemas.openxmlformats.org/officeDocument/2006/relationships/notesMaster" Target="/ppt/notesMasters/notesMaster1.xml" Id="R7f1b7990fa254a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7a8774011a4adc" /><Relationship Type="http://schemas.openxmlformats.org/officeDocument/2006/relationships/notesMaster" Target="/ppt/notesMasters/notesMaster1.xml" Id="R7283a871f76f40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897f54eee24d03" /><Relationship Type="http://schemas.openxmlformats.org/officeDocument/2006/relationships/notesMaster" Target="/ppt/notesMasters/notesMaster1.xml" Id="R5d61b3e76a5542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706fc69fc54a53" /><Relationship Type="http://schemas.openxmlformats.org/officeDocument/2006/relationships/notesMaster" Target="/ppt/notesMasters/notesMaster1.xml" Id="R809b61fa466a40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26a4911ec347b1" /><Relationship Type="http://schemas.openxmlformats.org/officeDocument/2006/relationships/notesMaster" Target="/ppt/notesMasters/notesMaster1.xml" Id="R98e120edcf7342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6c60ed74e14dbb" /><Relationship Type="http://schemas.openxmlformats.org/officeDocument/2006/relationships/notesMaster" Target="/ppt/notesMasters/notesMaster1.xml" Id="R376f6a08db934c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d28a27e6fe4a47" /><Relationship Type="http://schemas.openxmlformats.org/officeDocument/2006/relationships/notesMaster" Target="/ppt/notesMasters/notesMaster1.xml" Id="R9f897ceb5d4741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3e4686d4704f24" /><Relationship Type="http://schemas.openxmlformats.org/officeDocument/2006/relationships/notesMaster" Target="/ppt/notesMasters/notesMaster1.xml" Id="R2865aab7b40f4f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178fa4bb743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655b63167e4520" /><Relationship Type="http://schemas.openxmlformats.org/officeDocument/2006/relationships/slideLayout" Target="/ppt/slideLayouts/slideLayout1.xml" Id="R9be417e0131245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e417e0131245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0e70fa4a340c3" /><Relationship Type="http://schemas.openxmlformats.org/officeDocument/2006/relationships/notesSlide" Target="/ppt/notesSlides/notesSlide1.xml" Id="R4bd08e6a290c48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2e6a245144fe2" /><Relationship Type="http://schemas.openxmlformats.org/officeDocument/2006/relationships/notesSlide" Target="/ppt/notesSlides/notesSlide2.xml" Id="R94d95b1fe52347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b0fdb226c450a" /><Relationship Type="http://schemas.openxmlformats.org/officeDocument/2006/relationships/notesSlide" Target="/ppt/notesSlides/notesSlide3.xml" Id="Rbb9a296e476b4e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4dad90ad840f2" /><Relationship Type="http://schemas.openxmlformats.org/officeDocument/2006/relationships/notesSlide" Target="/ppt/notesSlides/notesSlide4.xml" Id="Rccf5163fa86d40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2b761811f4ba5" /><Relationship Type="http://schemas.openxmlformats.org/officeDocument/2006/relationships/notesSlide" Target="/ppt/notesSlides/notesSlide5.xml" Id="Raa2b0dad1a7f44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44031e26f4ee4" /><Relationship Type="http://schemas.openxmlformats.org/officeDocument/2006/relationships/notesSlide" Target="/ppt/notesSlides/notesSlide6.xml" Id="Rd13ccfdea53440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fe7abdc6e482a" /><Relationship Type="http://schemas.openxmlformats.org/officeDocument/2006/relationships/notesSlide" Target="/ppt/notesSlides/notesSlide7.xml" Id="R40590b32159c44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3945f55a243ce" /><Relationship Type="http://schemas.openxmlformats.org/officeDocument/2006/relationships/notesSlide" Target="/ppt/notesSlides/notesSlide8.xml" Id="R79801f075fb94c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60029fedb4f2c" /><Relationship Type="http://schemas.openxmlformats.org/officeDocument/2006/relationships/notesSlide" Target="/ppt/notesSlides/notesSlide9.xml" Id="R0a8090e438cc46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0e9c98ac5495b" /><Relationship Type="http://schemas.openxmlformats.org/officeDocument/2006/relationships/notesSlide" Target="/ppt/notesSlides/notesSlide10.xml" Id="R8ef070df12df44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97478A0-F5D4-4432-9C34-832260A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staged path to national operations consistency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16EA662-388C-4A05-8C2A-44923419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National operations rollout · prepared for Jordan Lee, Chief Operating Officer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47103B7-3D41-4EDF-AB39-B55FD8E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SUMMIT ACCESS SYSTEMS × NORTHSTAR FACILITIES GROUP</a:t>
            </a:r>
          </a:p>
        </p:txBody>
      </p:sp>
    </p:spTree>
    <p:extLst>
      <p:ext uri="{BB962C8B-B14F-4D97-AF65-F5344CB8AC3E}">
        <p14:creationId xmlns:p14="http://schemas.microsoft.com/office/powerpoint/2010/main" val="7478318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2DC761A-BFDE-45C7-BE28-FDA57E4F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44518FE-EBB6-4C47-BD76-50A340E3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Today’s discussion is designed around one decision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FD992DC-7F5C-4D57-AAD5-473C5DEA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Understand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the operating context and the customer-owned rollout priority.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09DEB691-4D02-4411-90E7-8ED373C1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Agree the scope and owners for an implementation workshop.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35769D74-9D53-458B-A60F-0596C4AF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approved capabilities and a staged implementation approach.</a:t>
            </a:r>
          </a:p>
        </p:txBody>
      </p:sp>
    </p:spTree>
    <p:extLst>
      <p:ext uri="{BB962C8B-B14F-4D97-AF65-F5344CB8AC3E}">
        <p14:creationId xmlns:p14="http://schemas.microsoft.com/office/powerpoint/2010/main" val="113875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C77CB23-2E8D-4282-9E02-6F4294A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E128BFA-1A6B-41F7-AFFE-D104EB5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Northstar asked for a controlled, repeatable rollout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D4D32DB-B9FE-453E-B296-A7C9DFBE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Staged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an agreed group of Australian sites before expansion.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8A37D4AC-0C5D-418E-8657-DF96698B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Inspectable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ownership, interfaces and customer decisions visible.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C0B26CC-559C-4F23-86A1-9506DDF0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Consistent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one reviewed operating pattern across participating teams.</a:t>
            </a:r>
          </a:p>
        </p:txBody>
      </p:sp>
    </p:spTree>
    <p:extLst>
      <p:ext uri="{BB962C8B-B14F-4D97-AF65-F5344CB8AC3E}">
        <p14:creationId xmlns:p14="http://schemas.microsoft.com/office/powerpoint/2010/main" val="7251778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A4C98A0-E2DF-44FC-989D-1AAE4242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D1E4042-585E-4342-AD93-6B2A9CF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capabilities support a controlled rollout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2C1DC97-3521-4149-B295-6E40936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Standardise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one approved operating workflow across each participating site.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FD2B8D3-C58D-4EBE-91D3-80C5F134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Govern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 clear checkpoints, evidence and customer-owned decisions before expansion.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0B0F8DA4-15DF-48FA-8800-1F074EB2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Integrate approved systems through reviewed interfaces and agreed ownership.</a:t>
            </a:r>
          </a:p>
        </p:txBody>
      </p:sp>
    </p:spTree>
    <p:extLst>
      <p:ext uri="{BB962C8B-B14F-4D97-AF65-F5344CB8AC3E}">
        <p14:creationId xmlns:p14="http://schemas.microsoft.com/office/powerpoint/2010/main" val="12225412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5E2192C-8419-404C-BFE4-D16345B9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F992C14-A0DC-45E3-A8AA-6E2032D7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approved platform story stays deliberately bounded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AAD1873-8F8B-4918-BAB5-EFE6E89F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Administration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Centralise approved access administration without changing customer ownership.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27FCCEF-2D21-4D0D-91F8-C631D9BB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decisions and validation artefacts available for customer review.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79347F3B-7A15-4D92-88F7-2BFE4BE6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 reviewed controls through agreed implementation checkpoints.</a:t>
            </a:r>
          </a:p>
        </p:txBody>
      </p:sp>
    </p:spTree>
    <p:extLst>
      <p:ext uri="{BB962C8B-B14F-4D97-AF65-F5344CB8AC3E}">
        <p14:creationId xmlns:p14="http://schemas.microsoft.com/office/powerpoint/2010/main" val="7538451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687DF72-572C-4B45-9896-32F8F3A7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5152ED0-2677-409C-A9EE-B68BF86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approved synthetic customer story shows the pattern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7FDAA06-2E0E-43D6-8360-5261C29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Align first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synthetic customer agreed scope and owners before changing workflows.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D77E69C2-C661-4293-BEAF-10C5072E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 by choice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Later rollout remained subject to an explicit customer decision.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384A5D3A-5025-497D-A67B-7E5B43DF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together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teams reviewed interfaces and responsibilities at each checkpoint.</a:t>
            </a:r>
          </a:p>
        </p:txBody>
      </p:sp>
    </p:spTree>
    <p:extLst>
      <p:ext uri="{BB962C8B-B14F-4D97-AF65-F5344CB8AC3E}">
        <p14:creationId xmlns:p14="http://schemas.microsoft.com/office/powerpoint/2010/main" val="14696018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3BC0C42-46CF-4AC9-9795-140B3D4E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E298C00-023C-46D8-8D89-276453E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rollout starts with shared decisions, then scales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E536C1E-7DCE-4B85-A06C-4645176F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1772C43-BF92-4CCE-8650-7CA39C79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17B20BD-29D3-4E26-8AC9-C7B15C2C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4B8018D-150B-4D4D-8489-BFEF5F2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ALIGN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84E7DFC-15C9-4385-A971-C4901945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29CE877-9BA5-4B7C-8193-74AC2AED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8D2B23F-5CF5-46FD-A0C1-36A36AC6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the 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interfaces, responsibilities and rollout checkpoints.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C7DDBBF-191A-49BD-81B2-71A29FBE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Define the first sites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scope, owners and the operating workflow to test.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F4F2B17-B43F-4B01-BE27-E7D29563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Scale deliberately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Extend the agreed pattern only after customer approval.</a:t>
            </a:r>
          </a:p>
        </p:txBody>
      </p:sp>
    </p:spTree>
    <p:extLst>
      <p:ext uri="{BB962C8B-B14F-4D97-AF65-F5344CB8AC3E}">
        <p14:creationId xmlns:p14="http://schemas.microsoft.com/office/powerpoint/2010/main" val="16727708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F3E01FA-091C-42D5-83B5-64E82B15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4561F38-CD3B-4B31-AA20-1475DCCD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Governance keeps the next phase customer-owned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5ABEC10-F188-427D-8026-8075A19A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Northstar confirms participating sites, workflows and exclusions.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23D58C9B-6C24-400C-B5B3-C7039AA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Checkpoints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Expansion follows reviewed evidence and explicit approval.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89BC4FC-167E-4F90-9324-0D46C5BB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Both teams name accountable people for interfaces and decisions.</a:t>
            </a:r>
          </a:p>
        </p:txBody>
      </p:sp>
    </p:spTree>
    <p:extLst>
      <p:ext uri="{BB962C8B-B14F-4D97-AF65-F5344CB8AC3E}">
        <p14:creationId xmlns:p14="http://schemas.microsoft.com/office/powerpoint/2010/main" val="18199947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722A211-B44E-4B17-801A-9BD0A70A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FC7D700-8147-4904-9EA7-9FD16ACD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Final scope is subject to an executed agreement · Summit Access Systems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9990547-EA3E-4B4D-86DF-597ADAD6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CUSTOMER-SAFE LEGAL NOTICE</a:t>
            </a:r>
          </a:p>
        </p:txBody>
      </p:sp>
    </p:spTree>
    <p:extLst>
      <p:ext uri="{BB962C8B-B14F-4D97-AF65-F5344CB8AC3E}">
        <p14:creationId xmlns:p14="http://schemas.microsoft.com/office/powerpoint/2010/main" val="19181703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40866D4-BC68-402F-BBEA-22435288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the implementation workshop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DE8F226-A78E-4B21-8DB9-2B03B16C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Attendees · owners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Inputs · site scope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 · checkpoints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C7EAE8D-BD83-431C-B08E-4315F604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1180724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2026-08-27T12:48:36.8430000Z</dcterms:created>
  <dcterms:modified xsi:type="dcterms:W3CDTF">2026-08-27T12:48:36.8430000Z</dcterms:modified>
</coreProperties>
</file>