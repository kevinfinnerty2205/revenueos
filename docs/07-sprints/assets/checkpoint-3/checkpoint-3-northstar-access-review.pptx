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1290c017b081427d" Type="http://schemas.openxmlformats.org/officeDocument/2006/relationships/extended-properties" Target="docProps/app.xml" /><Relationship Id="R75d03c6405e841e4" Type="http://schemas.openxmlformats.org/package/2006/relationships/metadata/core-properties" Target="docProps/core.xml" /><Relationship Id="Rc7184c712d75472f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b760d1ce242b1"/>
  </p:sldMasterIdLst>
  <p:notesMasterIdLst>
    <p:notesMasterId xmlns:r="http://schemas.openxmlformats.org/officeDocument/2006/relationships" r:id="Rdd05683e113e42c4"/>
  </p:notesMasterIdLst>
  <p:sldIdLst>
    <p:sldId xmlns:r="http://schemas.openxmlformats.org/officeDocument/2006/relationships" id="256" r:id="Re575dc3c21c64bce"/>
    <p:sldId xmlns:r="http://schemas.openxmlformats.org/officeDocument/2006/relationships" id="264" r:id="Rdf63304c005a46b2"/>
    <p:sldId xmlns:r="http://schemas.openxmlformats.org/officeDocument/2006/relationships" id="260" r:id="R2e2575e0a5314e80"/>
    <p:sldId xmlns:r="http://schemas.openxmlformats.org/officeDocument/2006/relationships" id="265" r:id="Rafd7f6630aaf42eb"/>
    <p:sldId xmlns:r="http://schemas.openxmlformats.org/officeDocument/2006/relationships" id="257" r:id="Rc6e250b315934666"/>
    <p:sldId xmlns:r="http://schemas.openxmlformats.org/officeDocument/2006/relationships" id="258" r:id="R309607d129c14a47"/>
    <p:sldId xmlns:r="http://schemas.openxmlformats.org/officeDocument/2006/relationships" id="259" r:id="R1399bb6bd3f941fd"/>
    <p:sldId xmlns:r="http://schemas.openxmlformats.org/officeDocument/2006/relationships" id="261" r:id="Rf7786991daac45b4"/>
    <p:sldId xmlns:r="http://schemas.openxmlformats.org/officeDocument/2006/relationships" id="262" r:id="R2b34e0d25b2742e2"/>
    <p:sldId xmlns:r="http://schemas.openxmlformats.org/officeDocument/2006/relationships" id="263" r:id="Rb19c7dd9b08141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Id="R1399bb6bd3f941fd" Type="http://schemas.openxmlformats.org/officeDocument/2006/relationships/slide" Target="slides/slide4.xml" /><Relationship Id="R227b760d1ce242b1" Type="http://schemas.openxmlformats.org/officeDocument/2006/relationships/slideMaster" Target="slideMasters/slideMaster1.xml" /><Relationship Id="R2b34e0d25b2742e2" Type="http://schemas.openxmlformats.org/officeDocument/2006/relationships/slide" Target="slides/slide7.xml" /><Relationship Id="R2e2575e0a5314e80" Type="http://schemas.openxmlformats.org/officeDocument/2006/relationships/slide" Target="slides/slide5.xml" /><Relationship Id="R309607d129c14a47" Type="http://schemas.openxmlformats.org/officeDocument/2006/relationships/slide" Target="slides/slide3.xml" /><Relationship Id="Ra1686bc77fe546c4" Type="http://schemas.openxmlformats.org/officeDocument/2006/relationships/tableStyles" Target="tableStyles.xml" /><Relationship Id="Ra639b172d5d347fd" Type="http://schemas.openxmlformats.org/officeDocument/2006/relationships/presProps" Target="presProps.xml" /><Relationship Id="Rafd7f6630aaf42eb" Type="http://schemas.openxmlformats.org/officeDocument/2006/relationships/slide" Target="slides/slide10.xml" /><Relationship Id="Rb19c7dd9b0814183" Type="http://schemas.openxmlformats.org/officeDocument/2006/relationships/slide" Target="slides/slide8.xml" /><Relationship Id="Rc6e250b315934666" Type="http://schemas.openxmlformats.org/officeDocument/2006/relationships/slide" Target="slides/slide2.xml" /><Relationship Id="Rdf63304c005a46b2" Type="http://schemas.openxmlformats.org/officeDocument/2006/relationships/slide" Target="slides/slide9.xml" /><Relationship Id="Re093908df2124382" Type="http://schemas.openxmlformats.org/officeDocument/2006/relationships/theme" Target="theme/theme1.xml" /><Relationship Id="Re575dc3c21c64bce" Type="http://schemas.openxmlformats.org/officeDocument/2006/relationships/slide" Target="slides/slide1.xml" /><Relationship Id="Rf7786991daac45b4" Type="http://schemas.openxmlformats.org/officeDocument/2006/relationships/slide" Target="slides/slide6.xml" /></Relationships>
</file>

<file path=ppt/slideLayouts/_rels/slideLayout1.xml.rels><?xml version='1.0' encoding='utf-8'?>
<Relationships xmlns="http://schemas.openxmlformats.org/package/2006/relationships"><Relationship Id="R4ba178fa4bb743a8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Id="R9be417e0131245d6" Type="http://schemas.openxmlformats.org/officeDocument/2006/relationships/slideLayout" Target="../slideLayouts/slideLayout1.xml" /><Relationship Id="Rc8655b63167e4520" Type="http://schemas.openxmlformats.org/officeDocument/2006/relationships/theme" Target="theme/theme2.xml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e417e0131245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Id="R20f0e70fa4a340c3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2cf2e6a245144fe2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1a7b0fdb226c450a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dfb4dad90ad840f2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7ce2b761811f4ba5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12e44031e26f4ee4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f57fe7abdc6e482a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0773945f55a243ce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9a860029fedb4f2c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47a0e9c98ac5495b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97478A0-F5D4-4432-9C34-832260A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staged path to national operations consistency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16EA662-388C-4A05-8C2A-44923419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National operations rollout · prepared for Jordan Lee, Chief Operating Officer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47103B7-3D41-4EDF-AB39-B55FD8E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SUMMIT ACCESS SYSTEMS × NORTHSTAR FACILITIES GROUP</a:t>
            </a:r>
          </a:p>
        </p:txBody>
      </p:sp>
    </p:spTree>
    <p:extLst>
      <p:ext uri="{BB962C8B-B14F-4D97-AF65-F5344CB8AC3E}">
        <p14:creationId xmlns:p14="http://schemas.microsoft.com/office/powerpoint/2010/main" val="7478318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2DC761A-BFDE-45C7-BE28-FDA57E4F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44518FE-EBB6-4C47-BD76-50A340E3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Today’s discussion is designed around one decision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FD992DC-7F5C-4D57-AAD5-473C5DEA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Understand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the operating context and the customer-owned rollout priority.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09DEB691-4D02-4411-90E7-8ED373C1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Agree the scope and owners for an implementation workshop.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35769D74-9D53-458B-A60F-0596C4AF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approved capabilities and a staged implementation approach.</a:t>
            </a:r>
          </a:p>
        </p:txBody>
      </p:sp>
    </p:spTree>
    <p:extLst>
      <p:ext uri="{BB962C8B-B14F-4D97-AF65-F5344CB8AC3E}">
        <p14:creationId xmlns:p14="http://schemas.microsoft.com/office/powerpoint/2010/main" val="113875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C77CB23-2E8D-4282-9E02-6F4294A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E128BFA-1A6B-41F7-AFFE-D104EB5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Northstar asked for a controlled, repeatable rollout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D4D32DB-B9FE-453E-B296-A7C9DFBE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Staged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an agreed group of Australian sites before expansion.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8A37D4AC-0C5D-418E-8657-DF96698B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Inspectable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ownership, interfaces and customer decisions visible.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C0B26CC-559C-4F23-86A1-9506DDF0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Consistent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one reviewed operating pattern across participating teams.</a:t>
            </a:r>
          </a:p>
        </p:txBody>
      </p:sp>
    </p:spTree>
    <p:extLst>
      <p:ext uri="{BB962C8B-B14F-4D97-AF65-F5344CB8AC3E}">
        <p14:creationId xmlns:p14="http://schemas.microsoft.com/office/powerpoint/2010/main" val="7251778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A4C98A0-E2DF-44FC-989D-1AAE4242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D1E4042-585E-4342-AD93-6B2A9CF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capabilities support a controlled rollout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2C1DC97-3521-4149-B295-6E40936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Standardise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one approved operating workflow across each participating site.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FD2B8D3-C58D-4EBE-91D3-80C5F134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Govern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 clear checkpoints, evidence and customer-owned decisions before expansion.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0B0F8DA4-15DF-48FA-8800-1F074EB2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Integrate approved systems through reviewed interfaces and agreed ownership.</a:t>
            </a:r>
          </a:p>
        </p:txBody>
      </p:sp>
    </p:spTree>
    <p:extLst>
      <p:ext uri="{BB962C8B-B14F-4D97-AF65-F5344CB8AC3E}">
        <p14:creationId xmlns:p14="http://schemas.microsoft.com/office/powerpoint/2010/main" val="12225412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5E2192C-8419-404C-BFE4-D16345B9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F992C14-A0DC-45E3-A8AA-6E2032D7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approved platform story stays deliberately bounded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AAD1873-8F8B-4918-BAB5-EFE6E89F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Administration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Centralise approved access administration without changing customer ownership.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627FCCEF-2D21-4D0D-91F8-C631D9BB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decisions and validation artefacts available for customer review.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79347F3B-7A15-4D92-88F7-2BFE4BE6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 reviewed controls through agreed implementation checkpoints.</a:t>
            </a:r>
          </a:p>
        </p:txBody>
      </p:sp>
    </p:spTree>
    <p:extLst>
      <p:ext uri="{BB962C8B-B14F-4D97-AF65-F5344CB8AC3E}">
        <p14:creationId xmlns:p14="http://schemas.microsoft.com/office/powerpoint/2010/main" val="7538451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687DF72-572C-4B45-9896-32F8F3A7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5152ED0-2677-409C-A9EE-B68BF86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approved synthetic customer story shows the pattern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7FDAA06-2E0E-43D6-8360-5261C29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Align first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synthetic customer agreed scope and owners before changing workflows.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D77E69C2-C661-4293-BEAF-10C5072E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 by choice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Later rollout remained subject to an explicit customer decision.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384A5D3A-5025-497D-A67B-7E5B43DF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together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teams reviewed interfaces and responsibilities at each checkpoint.</a:t>
            </a:r>
          </a:p>
        </p:txBody>
      </p:sp>
    </p:spTree>
    <p:extLst>
      <p:ext uri="{BB962C8B-B14F-4D97-AF65-F5344CB8AC3E}">
        <p14:creationId xmlns:p14="http://schemas.microsoft.com/office/powerpoint/2010/main" val="14696018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3BC0C42-46CF-4AC9-9795-140B3D4E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E298C00-023C-46D8-8D89-276453E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rollout starts with shared decisions, then scales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E536C1E-7DCE-4B85-A06C-4645176F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1772C43-BF92-4CCE-8650-7CA39C79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17B20BD-29D3-4E26-8AC9-C7B15C2C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4B8018D-150B-4D4D-8489-BFEF5F29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ALIGN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84E7DFC-15C9-4385-A971-C4901945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29CE877-9BA5-4B7C-8193-74AC2AED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8D2B23F-5CF5-46FD-A0C1-36A36AC6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 the evidence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interfaces, responsibilities and rollout checkpoints.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C7DDBBF-191A-49BD-81B2-71A29FBE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Define the first sites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scope, owners and the operating workflow to test.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F4F2B17-B43F-4B01-BE27-E7D29563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Scale deliberately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Extend the agreed pattern only after customer approval.</a:t>
            </a:r>
          </a:p>
        </p:txBody>
      </p:sp>
    </p:spTree>
    <p:extLst>
      <p:ext uri="{BB962C8B-B14F-4D97-AF65-F5344CB8AC3E}">
        <p14:creationId xmlns:p14="http://schemas.microsoft.com/office/powerpoint/2010/main" val="16727708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F3E01FA-091C-42D5-83B5-64E82B15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4568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 · 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4561F38-CD3B-4B31-AA20-1475DCCD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Governance keeps the next phase customer-owned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5ABEC10-F188-427D-8026-8075A19A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Northstar confirms participating sites, workflows and exclusions.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23D58C9B-6C24-400C-B5B3-C7039AA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Checkpoints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Expansion follows reviewed evidence and explicit approval.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89BC4FC-167E-4F90-9324-0D46C5BB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Both teams name accountable people for interfaces and decisions.</a:t>
            </a:r>
          </a:p>
        </p:txBody>
      </p:sp>
    </p:spTree>
    <p:extLst>
      <p:ext uri="{BB962C8B-B14F-4D97-AF65-F5344CB8AC3E}">
        <p14:creationId xmlns:p14="http://schemas.microsoft.com/office/powerpoint/2010/main" val="18199947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722A211-B44E-4B17-801A-9BD0A70A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synthetic content only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FC7D700-8147-4904-9EA7-9FD16ACD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Final scope is subject to an executed agreement · Summit Access Systems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9990547-EA3E-4B4D-86DF-597ADAD6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CUSTOMER-SAFE LEGAL NOTICE</a:t>
            </a:r>
          </a:p>
        </p:txBody>
      </p:sp>
    </p:spTree>
    <p:extLst>
      <p:ext uri="{BB962C8B-B14F-4D97-AF65-F5344CB8AC3E}">
        <p14:creationId xmlns:p14="http://schemas.microsoft.com/office/powerpoint/2010/main" val="19181703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40866D4-BC68-402F-BBEA-22435288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the implementation workshop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DE8F226-A78E-4B21-8DB9-2B03B16C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Attendees · owners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Inputs · site scope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 · checkpoints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C7EAE8D-BD83-431C-B08E-4315F604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1180724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Walnut Exporter</Application>
  <PresentationFormat>Converted Presentation</PresentationFormat>
  <Slides>10</Slides>
  <Notes>0</Notes>
  <HiddenSlides>0</HiddenSlides>
  <SharedDoc>false</SharedDoc>
  <DocSecurity>0</DocSecurity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RevenueOS</dc:creator>
  <lastModifiedBy>RevenueOS</lastModifiedBy>
  <dc:title>[CHECKPOINT 3] Northstar multi-site access review</dc:title>
  <dcterms:created xsi:type="dcterms:W3CDTF">2026-08-30T10:56:45Z</dcterms:created>
  <dcterms:modified xsi:type="dcterms:W3CDTF">2026-08-30T10:56:45Z</dcterms:modified>
  <dc:subject>Customer presentation</dc:subject>
  <dc:description/>
  <keywords/>
  <category/>
  <contentStatus/>
  <dc:identifier/>
  <dc:language/>
  <version/>
  <revision>1</revision>
</coreProperties>
</file>