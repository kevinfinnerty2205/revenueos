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Unsafe" Type="http://schemas.openxmlformats.org/officeDocument/2006/relationships/hyperlink" Target="https://invalid.example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corporate story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Approved source audience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Approved source statement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