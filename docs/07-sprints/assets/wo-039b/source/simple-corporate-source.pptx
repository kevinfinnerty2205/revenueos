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corporate 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Approved source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Approved source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