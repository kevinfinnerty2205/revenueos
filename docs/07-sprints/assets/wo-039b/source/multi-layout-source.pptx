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Multi-layout source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Approved audience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Approved section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next step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