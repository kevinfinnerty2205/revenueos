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>
                <a:solidFill>
                  <a:srgbClr val="FFFFFF"/>
                </a:solidFill>
                <a:latin typeface="Aptos Display"/>
              </a:defRPr>
            </a:pPr>
            <a:r>
              <a:t>Summit brand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Approved source audience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65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Approved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source content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85216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