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INTERNAL: legal review routing must never 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Legal source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Approved audience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Customer-safe legal notice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Illustrative synthetic content only. Final scope is subject to an executed agreement.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