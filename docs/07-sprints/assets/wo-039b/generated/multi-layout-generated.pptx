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t>BluePeak — Technical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t>Platform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Delivery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t>Align</a:t>
            </a:r>
          </a:p>
          <a:p>
            <a:pPr>
              <a:defRPr/>
            </a:pPr>
            <a:r>
              <a:t>Validate</a:t>
            </a:r>
          </a:p>
          <a:p>
            <a:pPr>
              <a:defRPr/>
            </a:pPr>
            <a:r>
              <a:t>Expand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Confirm the customer-owned implementation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TotalTime>1</TotalTime>
  <Words>0</Words>
  <Application>Microsoft Macintosh PowerPoint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BluePeak — Technical workshop</dc:title>
  <dc:subject>Customer presentation</dc:subject>
  <dc:creator>RevenueOS</dc:creator>
  <cp:keywords/>
  <dc:description/>
  <cp:lastModifiedBy>RevenueOS</cp:lastModifiedBy>
  <cp:revision>1</cp:revision>
  <dcterms:created xsi:type="dcterms:W3CDTF">2026-08-31T11:39:23Z</dcterms:created>
  <dcterms:modified xsi:type="dcterms:W3CDTF">2026-08-31T11:39:23Z</dcterms:modified>
  <cp:category/>
  <cp:contentStatus/>
  <dc:identifier/>
  <dc:language/>
  <cp:version/>
</cp:coreProperties>
</file>