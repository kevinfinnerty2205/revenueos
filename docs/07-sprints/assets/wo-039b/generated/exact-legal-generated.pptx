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?>
<Relationships xmlns="http://schemas.openxmlformats.org/package/2006/relationships"><Relationship Id="rId1" Type="http://schemas.openxmlformats.org/officeDocument/2006/relationships/officeDocument" Target="ppt/presentation.xml" /><Relationship Id="rId3" Type="http://schemas.openxmlformats.org/package/2006/relationships/metadata/core-properties" Target="docProps/core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printerSettings" Target="printerSettings/printerSettings1.bin" /><Relationship Id="rId3" Type="http://schemas.openxmlformats.org/officeDocument/2006/relationships/presProps" Target="presProps.xml" /><Relationship Id="rId4" Type="http://schemas.openxmlformats.org/officeDocument/2006/relationships/viewProps" Target="viewProps.xml" /><Relationship Id="rId5" Type="http://schemas.openxmlformats.org/officeDocument/2006/relationships/theme" Target="theme/theme1.xml" /><Relationship Id="rId6" Type="http://schemas.openxmlformats.org/officeDocument/2006/relationships/tableStyles" Target="tableStyles.xml" /><Relationship Id="rId7" Type="http://schemas.openxmlformats.org/officeDocument/2006/relationships/slide" Target="slides/slide1.xml" /><Relationship Id="rId8" Type="http://schemas.openxmlformats.org/officeDocument/2006/relationships/slide" Target="slides/slide2.xml" /></Relationships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t>Cedar Labs — Proposal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/>
            </a:pPr>
            <a:r>
              <a:t>Commercial leadership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Customer-safe legal notice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Illustrative synthetic content only. Final scope is subject to an executed agreement.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TotalTime>1</TotalTime>
  <Words>0</Words>
  <Application>Microsoft Macintosh PowerPoint</Application>
  <PresentationFormat>On-screen Show (4:3)</PresentationFormat>
  <Paragraphs>0</Paragraphs>
  <Slides>2</Slides>
  <Notes>0</Notes>
  <HiddenSlides>0</HiddenSlides>
  <MMClips>0</MMClips>
  <ScaleCrop>false</ScaleCrop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Cedar Labs — Proposal</dc:title>
  <dc:subject>Customer presentation</dc:subject>
  <dc:creator>RevenueOS</dc:creator>
  <cp:keywords/>
  <dc:description/>
  <cp:lastModifiedBy>RevenueOS</cp:lastModifiedBy>
  <cp:revision>1</cp:revision>
  <dcterms:created xsi:type="dcterms:W3CDTF">2026-08-31T11:39:23Z</dcterms:created>
  <dcterms:modified xsi:type="dcterms:W3CDTF">2026-08-31T11:39:23Z</dcterms:modified>
  <cp:category/>
  <cp:contentStatus/>
  <dc:identifier/>
  <dc:language/>
  <cp:version/>
</cp:coreProperties>
</file>